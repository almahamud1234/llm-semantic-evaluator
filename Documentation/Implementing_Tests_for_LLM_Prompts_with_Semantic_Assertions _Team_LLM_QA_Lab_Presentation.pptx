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5841FD-4486-5763-FA6A-E54B03878F13}" v="127" dt="2026-03-24T12:57:16.5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 gpt-5-mini</c:v>
                </c:pt>
              </c:strCache>
            </c:strRef>
          </c:tx>
          <c:spPr>
            <a:solidFill>
              <a:srgbClr val="0A7E8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factual</c:v>
                </c:pt>
                <c:pt idx="1">
                  <c:v>definitions</c:v>
                </c:pt>
                <c:pt idx="2">
                  <c:v>history</c:v>
                </c:pt>
                <c:pt idx="3">
                  <c:v>science</c:v>
                </c:pt>
                <c:pt idx="4">
                  <c:v>math</c:v>
                </c:pt>
                <c:pt idx="5">
                  <c:v>reasoning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95.7</c:v>
                </c:pt>
                <c:pt idx="1">
                  <c:v>95.5</c:v>
                </c:pt>
                <c:pt idx="2">
                  <c:v>95</c:v>
                </c:pt>
                <c:pt idx="3">
                  <c:v>95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05-4A15-A8D2-BBBEAD29CC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Ollama llama3.2:1b</c:v>
                </c:pt>
              </c:strCache>
            </c:strRef>
          </c:tx>
          <c:spPr>
            <a:solidFill>
              <a:srgbClr val="E0525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factual</c:v>
                </c:pt>
                <c:pt idx="1">
                  <c:v>definitions</c:v>
                </c:pt>
                <c:pt idx="2">
                  <c:v>history</c:v>
                </c:pt>
                <c:pt idx="3">
                  <c:v>science</c:v>
                </c:pt>
                <c:pt idx="4">
                  <c:v>math</c:v>
                </c:pt>
                <c:pt idx="5">
                  <c:v>reasoning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39.1</c:v>
                </c:pt>
                <c:pt idx="1">
                  <c:v>27.3</c:v>
                </c:pt>
                <c:pt idx="2">
                  <c:v>25</c:v>
                </c:pt>
                <c:pt idx="3">
                  <c:v>50</c:v>
                </c:pt>
                <c:pt idx="4">
                  <c:v>65.2</c:v>
                </c:pt>
                <c:pt idx="5">
                  <c:v>59.1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805-4A15-A8D2-BBBEAD29CC0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FC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10"/>
        </c:scaling>
        <c:delete val="0"/>
        <c:axPos val="l"/>
        <c:majorGridlines>
          <c:spPr>
            <a:ln w="6350" cap="flat">
              <a:solidFill>
                <a:srgbClr val="1E3A4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BAFC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42435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8BAFC0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4243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930DB-422F-4099-AAD2-5DFFCD507914}" type="datetimeFigureOut">
              <a:t>3/24/2026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2C4E58-D8C3-447D-9EC0-B4340CEC614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1833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A7E8C">
              <a:alpha val="12000"/>
            </a:srgbClr>
          </a:solidFill>
          <a:ln w="12700">
            <a:solidFill>
              <a:srgbClr val="0A7E8C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0058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Implementing Tests for LLM Prompts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Semantic Assertions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77240" y="2395728"/>
            <a:ext cx="4114800" cy="0"/>
          </a:xfrm>
          <a:prstGeom prst="line">
            <a:avLst/>
          </a:prstGeom>
          <a:noFill/>
          <a:ln w="19050">
            <a:solidFill>
              <a:srgbClr val="0A7E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514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— .NET/C# Framework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30175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Abdulla AL Mahamud Rosi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Frankfurt University of Applied Sciences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Project 25/26-08  |  Module: Software Engineering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4069080"/>
            <a:ext cx="1737360" cy="347472"/>
          </a:xfrm>
          <a:prstGeom prst="roundRect">
            <a:avLst>
              <a:gd name="adj" fmla="val 26316"/>
            </a:avLst>
          </a:prstGeom>
          <a:solidFill>
            <a:srgbClr val="142435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40690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4069080"/>
            <a:ext cx="1737360" cy="347472"/>
          </a:xfrm>
          <a:prstGeom prst="roundRect">
            <a:avLst>
              <a:gd name="adj" fmla="val 26316"/>
            </a:avLst>
          </a:prstGeom>
          <a:solidFill>
            <a:srgbClr val="142435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40690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Grok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17720" y="4069080"/>
            <a:ext cx="1737360" cy="347472"/>
          </a:xfrm>
          <a:prstGeom prst="roundRect">
            <a:avLst>
              <a:gd name="adj" fmla="val 26316"/>
            </a:avLst>
          </a:prstGeom>
          <a:solidFill>
            <a:srgbClr val="142435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40690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37960" y="4069080"/>
            <a:ext cx="1737360" cy="347472"/>
          </a:xfrm>
          <a:prstGeom prst="roundRect">
            <a:avLst>
              <a:gd name="adj" fmla="val 26316"/>
            </a:avLst>
          </a:prstGeom>
          <a:solidFill>
            <a:srgbClr val="142435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40690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 / C#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4023360" cy="100584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70432"/>
            <a:ext cx="64008" cy="100584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280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12618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3444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string matching fails for LLM testing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170432"/>
            <a:ext cx="4023360" cy="100584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170432"/>
            <a:ext cx="64008" cy="100584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74920" y="12801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23560" y="12618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2356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design &amp; key interfaces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359152"/>
            <a:ext cx="4023360" cy="100584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59152"/>
            <a:ext cx="64008" cy="100584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2468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34440" y="245059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Strategy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344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+ LLM-as-Judge + Majority Vote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2359152"/>
            <a:ext cx="4023360" cy="100584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359152"/>
            <a:ext cx="64008" cy="100584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4920" y="24688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623560" y="245059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235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&amp; configuration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547872"/>
            <a:ext cx="4023360" cy="100584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547872"/>
            <a:ext cx="64008" cy="100584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3657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34440" y="3639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34440" y="4023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slides — overview, categories, distributions, failure analysis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46320" y="3547872"/>
            <a:ext cx="4023360" cy="100584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3547872"/>
            <a:ext cx="64008" cy="100584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36576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5623560" y="3639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623560" y="40233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tests, zero failures across 6 test files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with Testing LLMs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3931920" cy="347472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43000"/>
            <a:ext cx="64008" cy="347472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Testing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Exact string match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Deterministic output assumed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BLEU / ROUGE penalise valid paraphrases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3200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False failures on semantically correct answers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143000"/>
            <a:ext cx="3931920" cy="347472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143000"/>
            <a:ext cx="64008" cy="3474720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Testing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83480" y="169164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Embedding cosine similarity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21945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LLM-as-a-Judge (G-Eval style)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83480" y="26974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Majority vote across 3 runs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32004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Tolerates valid surface-form variation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factually correct answer, many valid surface forms → string equality always fails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DESIGN</a:t>
            </a:r>
            <a:endParaRPr lang="en-US" sz="1100" dirty="0"/>
          </a:p>
        </p:txBody>
      </p:sp>
      <p:pic>
        <p:nvPicPr>
          <p:cNvPr id="45" name="Graphic 44">
            <a:extLst>
              <a:ext uri="{FF2B5EF4-FFF2-40B4-BE49-F238E27FC236}">
                <a16:creationId xmlns:a16="http://schemas.microsoft.com/office/drawing/2014/main" id="{D483B177-B264-7CFE-BC3A-7DD6559EB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9642" y="636326"/>
            <a:ext cx="5285035" cy="48603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Validation Strategy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VALIDATORS  +  MAJORITY VOTE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3931920" cy="228600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43000"/>
            <a:ext cx="64008" cy="22860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1 — Embedding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6642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Embed expected + actual output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20848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Cosine similarity score [−1, 1]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50545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Threshold: ≥ 0.85 to PASS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2926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Fast, consistent, no extra API cost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143000"/>
            <a:ext cx="3931920" cy="228600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54880" y="1143000"/>
            <a:ext cx="64008" cy="2286000"/>
          </a:xfrm>
          <a:prstGeom prst="rect">
            <a:avLst/>
          </a:prstGeom>
          <a:solidFill>
            <a:srgbClr val="12A3B4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1234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2 — LLM Judge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83480" y="16642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G-Eval style chain-of-thought prompt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83480" y="20848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Reason → SCORE: 1–10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83480" y="250545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Threshold: ≥ 8 to PASS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83480" y="2926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Handles short/paraphrased outputs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49843" y="1843471"/>
            <a:ext cx="1446322" cy="631551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5724" y="1877591"/>
            <a:ext cx="1446322" cy="302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Logic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332783" y="2095272"/>
            <a:ext cx="1463381" cy="413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validator can pass a run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566160"/>
            <a:ext cx="8229600" cy="123444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393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  —  3 runs per test case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0233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if ≥ 2 / 3 runs pass  |  Absorbs API jitter, rate-limit errors &amp; atypical outputs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0" y="3639312"/>
            <a:ext cx="9144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352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303520" y="3931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55080" y="3639312"/>
            <a:ext cx="9144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508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2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355080" y="3931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406640" y="3639312"/>
            <a:ext cx="914400" cy="658368"/>
          </a:xfrm>
          <a:prstGeom prst="rect">
            <a:avLst/>
          </a:prstGeom>
          <a:solidFill>
            <a:srgbClr val="0D1B2A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406640" y="39319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83880" y="3968496"/>
            <a:ext cx="228600" cy="0"/>
          </a:xfrm>
          <a:prstGeom prst="line">
            <a:avLst/>
          </a:prstGeom>
          <a:noFill/>
          <a:ln w="12700">
            <a:solidFill>
              <a:srgbClr val="0A7E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12480" y="3730752"/>
            <a:ext cx="548640" cy="47548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412480" y="373075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Implementation Components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 ·  CONFIG: appsettings.json  ·  PROVIDERS: openai / grok / ollama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7043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2618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TestConfiguration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160934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appsettings.json. Validates API keys, thresholds &amp; provider at startup. Zero code changes across providers.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846320" y="117043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46320" y="1170432"/>
            <a:ext cx="64008" cy="1051560"/>
          </a:xfrm>
          <a:prstGeom prst="rect">
            <a:avLst/>
          </a:prstGeom>
          <a:solidFill>
            <a:srgbClr val="12A3B4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26187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LLMClientFactory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160934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pattern — OpenAIClient reused for OpenAI &amp; Grok (compatible API). OllamaClient handles local protocol differences.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235915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35915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450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EmbeddingValidator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279806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embedding API twice, computes cosine similarity. Auto-fails empty responses without API call. Catches network errors safely.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46320" y="235915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2359152"/>
            <a:ext cx="64008" cy="1051560"/>
          </a:xfrm>
          <a:prstGeom prst="rect">
            <a:avLst/>
          </a:prstGeom>
          <a:solidFill>
            <a:srgbClr val="12A3B4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2450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LLMJudgeValidator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279806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G-Eval prompt, sends to judge LLM. Two-stage regex extracts 1–10 score from free-form response.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54787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54787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6393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CosineSimilarityCalculator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398678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dot-product. Clamped to [−1,1]. Zero vector → 0.0. Exposes InterpretScore() &amp; PassesThreshold() helpers.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354787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846320" y="3547872"/>
            <a:ext cx="64008" cy="1051560"/>
          </a:xfrm>
          <a:prstGeom prst="rect">
            <a:avLst/>
          </a:prstGeom>
          <a:solidFill>
            <a:srgbClr val="12A3B4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4920" y="36393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74920" y="3986784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report.txt · report.json · report.csv. Auto-opens interactive HTML dashboard in browser on completion.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Overview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 TEST CASES  ·  7 KNOWLEDGE DOMAINS  ·  3 RUNS EACH  ·  MAJORITY VOTE 2/3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920240" cy="1371600"/>
          </a:xfrm>
          <a:prstGeom prst="rect">
            <a:avLst/>
          </a:prstGeom>
          <a:solidFill>
            <a:srgbClr val="142435"/>
          </a:solidFill>
          <a:ln w="12700">
            <a:solidFill>
              <a:srgbClr val="3DBE7A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280160"/>
            <a:ext cx="173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97.7%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37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Pass Rate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14600" y="1188720"/>
            <a:ext cx="1920240" cy="1371600"/>
          </a:xfrm>
          <a:prstGeom prst="rect">
            <a:avLst/>
          </a:prstGeom>
          <a:solidFill>
            <a:srgbClr val="142435"/>
          </a:solidFill>
          <a:ln w="12700">
            <a:solidFill>
              <a:srgbClr val="E05252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06040" y="1280160"/>
            <a:ext cx="173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44.6%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606040" y="2011680"/>
            <a:ext cx="1737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Pass Rate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1188720"/>
            <a:ext cx="1920240" cy="1371600"/>
          </a:xfrm>
          <a:prstGeom prst="rect">
            <a:avLst/>
          </a:prstGeom>
          <a:solidFill>
            <a:srgbClr val="142435"/>
          </a:solidFill>
          <a:ln w="12700">
            <a:solidFill>
              <a:srgbClr val="4DD9E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63440" y="1280160"/>
            <a:ext cx="173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737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Test Cases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629400" y="1188720"/>
            <a:ext cx="1920240" cy="1371600"/>
          </a:xfrm>
          <a:prstGeom prst="rect">
            <a:avLst/>
          </a:prstGeom>
          <a:solidFill>
            <a:srgbClr val="142435"/>
          </a:solidFill>
          <a:ln w="12700">
            <a:solidFill>
              <a:srgbClr val="12A3B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20840" y="1280160"/>
            <a:ext cx="173736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2A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720840" y="2011680"/>
            <a:ext cx="1737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 Passing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1993392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 gpt-5-mini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D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Ollama llama3.2:1b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7E8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D9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Passed / Failed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 /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/ 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D9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Embedding Score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  (below 0.85 threshold)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  (below 0.85 threshold)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D9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Judge Score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 /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 / 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D9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Model (dims)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text-embedding-3-small (1536d)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nomic-embed-text (768d)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2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4DD9E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Pass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 (OR logic essential)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E8F4F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Neither — judge miscalibrated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A7E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Pass Rates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VS OLLAMA ACROSS 7 DOMAINS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457200" y="1143000"/>
          <a:ext cx="5486400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217920" y="1143000"/>
            <a:ext cx="2697480" cy="114300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217920" y="1143000"/>
            <a:ext cx="64008" cy="1143000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1234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46520" y="1581912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 math &amp; reasoning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failures — model more accurate than expected output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423160"/>
            <a:ext cx="2697480" cy="132588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2423160"/>
            <a:ext cx="64008" cy="132588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46520" y="25146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46520" y="28529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math (65.2%)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Worst: definitions (27.3%) &amp; history (25.0%)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judge miscalibration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3886200"/>
            <a:ext cx="2697480" cy="8229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3886200"/>
            <a:ext cx="64008" cy="822960"/>
          </a:xfrm>
          <a:prstGeom prst="rect">
            <a:avLst/>
          </a:prstGeom>
          <a:solidFill>
            <a:srgbClr val="12A3B4"/>
          </a:solidFill>
          <a:ln w="12700">
            <a:solidFill>
              <a:srgbClr val="12A3B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46520" y="39593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Logic Impact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46520" y="427024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emb score 0.51 — nearly all OpenAI passes via judge path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Score Distribution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SCORE DISTRIBUTIONS REVEAL ABOUT EACH PROVIDER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3931920" cy="109728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703320"/>
            <a:ext cx="64008" cy="109728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37764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— Bimodal Distribution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414223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cluster at 1–3:</a:t>
            </a: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judge penalised correct answers
</a:t>
            </a:r>
            <a:r>
              <a:rPr lang="en-US" sz="95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cluster at 8–10:</a:t>
            </a: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cases where it scored accurately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3703320"/>
            <a:ext cx="3931920" cy="109728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3703320"/>
            <a:ext cx="64008" cy="1097280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377647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— Right-Skewed Distribution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983480" y="414223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 majority cluster at 9–10
</a:t>
            </a:r>
            <a:r>
              <a:rPr lang="en-US" sz="95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judge score: </a:t>
            </a:r>
            <a:r>
              <a:rPr lang="en-US" sz="95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9.7/10</a:t>
            </a:r>
            <a:r>
              <a:rPr lang="en-US" sz="9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consistent rubric application
</a:t>
            </a:r>
            <a:r>
              <a:rPr lang="en-US" sz="95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reliably follows chain-of-thought prompt</a:t>
            </a:r>
            <a:endParaRPr lang="en-US" sz="9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73E0FB9-035B-868E-447E-028F666CDC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29" y="1241746"/>
            <a:ext cx="4580531" cy="2327347"/>
          </a:xfrm>
          <a:prstGeom prst="rect">
            <a:avLst/>
          </a:prstGeom>
        </p:spPr>
      </p:pic>
      <p:pic>
        <p:nvPicPr>
          <p:cNvPr id="20" name="Picture 19" descr="A screenshot of a graph&#10;&#10;AI-generated content may be incorrect.">
            <a:extLst>
              <a:ext uri="{FF2B5EF4-FFF2-40B4-BE49-F238E27FC236}">
                <a16:creationId xmlns:a16="http://schemas.microsoft.com/office/drawing/2014/main" id="{206ABDC6-BC12-B40E-9072-2B9747C0A5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4940" y="1240337"/>
            <a:ext cx="4589063" cy="232163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Analysis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OPENAI: 3 FAILURES  ·  OLLAMA: 72 FAILURES — VERY DIFFERENT ROOT CAUSES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3931920" cy="361188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43000"/>
            <a:ext cx="64008" cy="3611880"/>
          </a:xfrm>
          <a:prstGeom prst="rect">
            <a:avLst/>
          </a:prstGeom>
          <a:solidFill>
            <a:srgbClr val="E8924A"/>
          </a:solidFill>
          <a:ln w="12700">
            <a:solidFill>
              <a:srgbClr val="E892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2161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— 3 Failures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6184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model gave a MORE accurate answer than the expected output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2084832"/>
            <a:ext cx="356616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E892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121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history_020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12140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circumnavigate globe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23591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Magellan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25603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Juan Elcano ✓ (Magellan died en route)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2953512"/>
            <a:ext cx="356616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E89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9008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factual_014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77240" y="29900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World's largest desert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77240" y="322783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Sahara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77240" y="34290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Antarctic Desert ✓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5800" y="3822192"/>
            <a:ext cx="3566160" cy="749808"/>
          </a:xfrm>
          <a:prstGeom prst="rect">
            <a:avLst/>
          </a:prstGeom>
          <a:solidFill>
            <a:srgbClr val="0D1B2A"/>
          </a:solidFill>
          <a:ln w="12700">
            <a:solidFill>
              <a:srgbClr val="E892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38587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science_013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77240" y="385876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unit of matter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77240" y="40965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atom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42976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Actual: elementary particles ✓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1143000"/>
            <a:ext cx="3931920" cy="361188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1143000"/>
            <a:ext cx="64008" cy="361188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83480" y="12161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 — 72 Failures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983480" y="16184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judge miscalibration — not factual errors in responses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983480" y="2084832"/>
            <a:ext cx="3566160" cy="1234440"/>
          </a:xfrm>
          <a:prstGeom prst="rect">
            <a:avLst/>
          </a:prstGeom>
          <a:solidFill>
            <a:srgbClr val="0D1B2A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4920" y="21305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Nazi Germany leader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074920" y="239572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Response: "Adolf Hitler. He served as Fuehrer from 1934 until his death in 1945."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074920" y="272491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score: 1/10  — "only identifies Hitler without specifying his role"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983480" y="3429000"/>
            <a:ext cx="3566160" cy="1078992"/>
          </a:xfrm>
          <a:prstGeom prst="rect">
            <a:avLst/>
          </a:prstGeom>
          <a:solidFill>
            <a:srgbClr val="0D1B2A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74920" y="3474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— Capital of France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74920" y="374904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Response: "The capital of France is Paris."  |  Expected: "Paris"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074920" y="4023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score: 6/10  — "sentence does not carry the same meaning as the word"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Paradox: Ollama avg embedding score (0.64) &gt; OpenAI (0.51) — yet 44.6% vs 97.7% pass rate. Judge quality is the deciding factor.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Testing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TESTS  ·  0 FAILURES  ·  xUNIT + MOQ  ·  NO LIVE API CALLS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7043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075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80160" y="12618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JsonTestLoaderTests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8016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loading, validation, defaults, error paths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846320" y="117043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46320" y="117043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0" y="13075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669280" y="126187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CosineSimilarityCalculatorTests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0" y="1645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correctness, edge cases, threshold &amp; interpret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35915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5915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4963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80160" y="245059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EmbeddingValidatorTests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8016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Mocked provider — pass/fail, empty inputs, API errors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46320" y="235915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46320" y="235915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24963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669280" y="245059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LLMJudgeValidatorTests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0" y="2834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Mocked client — score parsing, formats, edge cases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4787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54787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68503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280160" y="3639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ReportGeneratorTests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280160" y="4023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file I/O — txt, json, csv creation &amp; content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46320" y="3547872"/>
            <a:ext cx="4023360" cy="105156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46320" y="3547872"/>
            <a:ext cx="64008" cy="105156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0" y="368503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669280" y="36393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TestRunnerTests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669280" y="4023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 vote, aggregation, error handling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D1B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test  →  Failed: 0   Passed: 85   Skipped: 0   Total: 85   Duration: ~11s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142435"/>
          </a:solidFill>
          <a:ln w="12700">
            <a:solidFill>
              <a:srgbClr val="1424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4983480"/>
            <a:ext cx="859536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|  Frankfurt UAS  |  ML Project 25/26-08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Conclusion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 ·  LIMITATIONS  ·  FUTURE WORK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4672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170432"/>
            <a:ext cx="64008" cy="804672"/>
          </a:xfrm>
          <a:prstGeom prst="rect">
            <a:avLst/>
          </a:prstGeom>
          <a:solidFill>
            <a:srgbClr val="3DBE7A"/>
          </a:solidFill>
          <a:ln w="12700">
            <a:solidFill>
              <a:srgbClr val="3DBE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2435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DB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logic is essential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600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97.7% OpenAI passes via judge path — avg embedding score 0.51 is well below the 0.85 threshold. Without OR, it would fail.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084832"/>
            <a:ext cx="8229600" cy="804672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084832"/>
            <a:ext cx="64008" cy="80467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1579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LLMs fail as judges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13232" y="25146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llama3.2:1b (1B params) lacks instruction-following for rubric scoring. Minimum 7–8B recommended for the judge role.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999232"/>
            <a:ext cx="8229600" cy="804672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999232"/>
            <a:ext cx="64008" cy="804672"/>
          </a:xfrm>
          <a:prstGeom prst="rect">
            <a:avLst/>
          </a:prstGeom>
          <a:solidFill>
            <a:srgbClr val="E8924A"/>
          </a:solidFill>
          <a:ln w="12700">
            <a:solidFill>
              <a:srgbClr val="E892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0723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9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Short-output structural limitation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13232" y="3429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Single-word expected outputs consistently fail embedding check. Threshold adjustment to 0.70–0.75 advisable for such cases.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913632"/>
            <a:ext cx="8229600" cy="804672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913632"/>
            <a:ext cx="64008" cy="804672"/>
          </a:xfrm>
          <a:prstGeom prst="rect">
            <a:avLst/>
          </a:prstGeom>
          <a:solidFill>
            <a:srgbClr val="4DD9EC"/>
          </a:solidFill>
          <a:ln w="12700">
            <a:solidFill>
              <a:srgbClr val="4DD9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98678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Task.WhenAll + BERTScore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4343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Parallelise embedding + judge API calls per run (~50% speedup). Add BERTScore as complementary metric for longer reference texts.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" cy="5143500"/>
          </a:xfrm>
          <a:prstGeom prst="rect">
            <a:avLst/>
          </a:prstGeom>
          <a:solidFill>
            <a:srgbClr val="0A7E8C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-1371600"/>
            <a:ext cx="5486400" cy="5486400"/>
          </a:xfrm>
          <a:prstGeom prst="ellipse">
            <a:avLst/>
          </a:prstGeom>
          <a:solidFill>
            <a:srgbClr val="0A7E8C">
              <a:alpha val="12000"/>
            </a:srgbClr>
          </a:solidFill>
          <a:ln w="12700">
            <a:solidFill>
              <a:srgbClr val="0A7E8C">
                <a:alpha val="12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09728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77240" y="19202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4D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77240" y="2542032"/>
            <a:ext cx="3657600" cy="0"/>
          </a:xfrm>
          <a:prstGeom prst="line">
            <a:avLst/>
          </a:prstGeom>
          <a:noFill/>
          <a:ln w="19050">
            <a:solidFill>
              <a:srgbClr val="0A7E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7889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</a:t>
            </a: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Semantic Evaluator  ·  ML Project 25/26-08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3136392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</a:t>
            </a: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 / C#  ·  xUnit  ·  Moq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483864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</a:t>
            </a: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97.7% OpenAI  ·  44.6% Ollama  ·  130 test cases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38313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Tests: </a:t>
            </a:r>
            <a:r>
              <a:rPr lang="en-US" sz="1100" dirty="0">
                <a:solidFill>
                  <a:srgbClr val="E8F4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passing  ·  0 failures  ·  6 test files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297680"/>
            <a:ext cx="4572000" cy="457200"/>
          </a:xfrm>
          <a:prstGeom prst="rect">
            <a:avLst/>
          </a:prstGeom>
          <a:solidFill>
            <a:srgbClr val="142435"/>
          </a:solidFill>
          <a:ln w="12700">
            <a:solidFill>
              <a:srgbClr val="0A7E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297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A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available in project repository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4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Implementing Tests for LLM Prompts with Semantic Assertions</dc:title>
  <dc:subject>PptxGenJS Presentation</dc:subject>
  <dc:creator>PptxGenJS</dc:creator>
  <cp:lastModifiedBy>PptxGenJS</cp:lastModifiedBy>
  <cp:revision>85</cp:revision>
  <dcterms:created xsi:type="dcterms:W3CDTF">2026-03-24T12:38:56Z</dcterms:created>
  <dcterms:modified xsi:type="dcterms:W3CDTF">2026-03-24T12:57:51Z</dcterms:modified>
</cp:coreProperties>
</file>